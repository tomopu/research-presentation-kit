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2"/>
  </p:notesMasterIdLst>
  <p:sldIdLst/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23B"/>
    <a:srgbClr val="1C1F28"/>
    <a:srgbClr val="196723"/>
    <a:srgbClr val="0D114A"/>
    <a:srgbClr val="D1E1EA"/>
    <a:srgbClr val="EEF1F9"/>
    <a:srgbClr val="FFF1C8"/>
    <a:srgbClr val="D14B46"/>
    <a:srgbClr val="6D7680"/>
    <a:srgbClr val="C4C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9"/>
    <p:restoredTop sz="69420"/>
  </p:normalViewPr>
  <p:slideViewPr>
    <p:cSldViewPr snapToGrid="0">
      <p:cViewPr>
        <p:scale>
          <a:sx n="69" d="100"/>
          <a:sy n="69" d="100"/>
        </p:scale>
        <p:origin x="1200" y="3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17" d="100"/>
          <a:sy n="117" d="100"/>
        </p:scale>
        <p:origin x="2152" y="1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27BFA-200B-744D-86DA-31476616848A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9E152-C7FC-DD46-A5C9-05263970B3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48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110EF-3FF5-72A7-694A-770DE42A1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E7B20F-962D-38C6-D522-A7F48F42D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E86169-A5BB-4981-BF3E-8CCC0009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A846-71F5-7947-AFA8-4FB02F76BAF3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4EF7F2-05FB-0F8D-F4B0-D068D3B6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16763D-AB0A-BD61-C094-95463DFD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62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65C417-FC7C-B7FF-99A0-3376F1FE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85EBCE-4EBE-6A4B-1B09-B722F840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15F7EA-5710-5415-2ACB-B7A5EDD1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ABB8-DEBA-3D4E-B17F-347D641DDDEB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EE4A49-F2DF-1A45-7A6A-02D9EB80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533DD6-DC5E-4463-D053-C808D328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F2D81D9-FD0E-E59E-BE4B-C172CBC2A939}"/>
              </a:ext>
            </a:extLst>
          </p:cNvPr>
          <p:cNvSpPr/>
          <p:nvPr userDrawn="1"/>
        </p:nvSpPr>
        <p:spPr>
          <a:xfrm>
            <a:off x="505564" y="440741"/>
            <a:ext cx="58750" cy="470041"/>
          </a:xfrm>
          <a:prstGeom prst="rect">
            <a:avLst/>
          </a:prstGeom>
          <a:solidFill>
            <a:srgbClr val="0D114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51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112D2E-F777-4144-3E8A-A71B08EB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66E536-4FAC-7956-8F79-92436FD91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8CA0DF-9A35-E7CE-F897-48FFD879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01697-3283-F749-9534-3F6D06D73D14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0B6B25-D46B-8027-0144-7DF77156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A3374F-A90B-3A72-2CA5-2F0A0C07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40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64356-FFC7-61B3-97D9-38C46BB3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01D8B8-BB68-323F-76DF-C52772FC1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1383C5-451A-4960-5C3F-2C14298E2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13882-022A-9BD9-A74F-20177959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211B-956E-E243-B035-209937D5F7B1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68FA0D-0145-3E1F-0DF9-0009E1F8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C21031-4470-81E2-41CF-F097F79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56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F6639-AABB-6CDC-A760-5F1E34D7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ABDCD1-BD8D-3694-8918-EFA998347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943ACA-41B1-5BDE-6132-8FE02A823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791AC2-BD28-C83C-97C8-EE7E07D12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34C661-2B4F-0A22-4705-12B8BAEEE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20A044A-D7F0-ECCF-5936-CF226099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BCEF9-AAEA-3E4B-BC78-94F605F4B49C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A198FEA-22AD-D69F-AB82-060757B8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A762BF6-B1AB-C76B-2FB1-D74788F1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66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9F493-901B-D46B-1541-0E8CE05C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8E85B7-05D4-B9D3-1B0D-BB1BE2C9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4BC9-0A1E-834F-A976-499437BBD4A3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9D4206-B960-A25C-D24A-B8D728F1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BAAE2F-CF47-567E-C420-E803BF97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438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1778A78-34F1-02CC-2523-097C3855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41A4-9E60-204E-A983-C4E48EC3AD67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1C943D-665B-CA4D-9804-6E6AE0CA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77B2BF-96E1-662E-1C06-D6C44223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491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E4AB1-B820-186E-AE2F-89520FDA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B6DAE5-456B-A943-62BB-0D1035A0A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1A0EEA-9727-E82C-8305-33E2F70F2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A4C2F5-6C2A-D5CE-E58D-E7BFBF6B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A364-99DB-EA4D-9A96-4A1A1C838792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5DB4D7-0070-35BE-3211-C397809C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A08C48-FFFD-1094-F96A-B897531E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2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A9B96E-CE4E-4199-CDD3-66BBF4B69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D8D725-898E-54E6-6624-58500180D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7C32B1-1E80-7F48-CD77-2FD90FECD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E0D153-A489-F8B6-A54F-9E127C60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1919-175F-F74B-8AD5-C42340CE24E5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845CF6-3C64-F20D-F57D-F325D7DDE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27A13F-352C-36BC-48FA-BDE673AB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869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DC7C5E-D739-FDAB-D4EF-BE673F41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8419AD-487E-F9D8-7084-71568BCBB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3B795B-7664-1A8D-C5AF-9F1E1E52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22AA-611D-A64A-A058-1773AF99B0C2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4792C-A198-C806-AE6E-5278977C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3F1A23-3D83-3BDA-34D4-B6334B77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98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5904141-2FD6-20D6-9ADA-BF4A03A29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59F153-2098-502E-2C55-65F41C4E5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5D95B6-8DAD-2A67-C991-ABBF29B81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013B-6994-3A45-A9F8-E1CD17C15B7B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B06B29-A594-2E42-18D9-AAD69D52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39D1E8-E166-E4A8-E74D-AD7D79B8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9D08-3422-A948-9BD5-C735FAB2A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4146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2261FCE-F15F-1CEA-2106-9A795190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AD2EFB-366F-78A0-495F-4C5956445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1240CA-F24A-5A52-108E-CC75AABCB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3A478-FDFE-2045-B20C-B97A8E811656}" type="datetime1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321918-FFD8-9D2B-AC16-47BB33477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BA22E0-146A-64B3-CEC7-F60692986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BF8D9D08-3422-A948-9BD5-C735FAB2ABF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5743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5134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222224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222224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222224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222224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222224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11629</TotalTime>
  <Words>7282</Words>
  <Application>Microsoft Macintosh PowerPoint</Application>
  <PresentationFormat>ワイド画面</PresentationFormat>
  <Paragraphs>1243</Paragraphs>
  <Slides>40</Slides>
  <Notes>40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6" baseType="lpstr">
      <vt:lpstr>Hiragino Sans W4</vt:lpstr>
      <vt:lpstr>游ゴシック</vt:lpstr>
      <vt:lpstr>Arial</vt:lpstr>
      <vt:lpstr>Cambria Math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泉 知成_釧路学生</dc:creator>
  <cp:lastModifiedBy>泉 知成_釧路学生</cp:lastModifiedBy>
  <cp:revision>58</cp:revision>
  <cp:lastPrinted>2026-04-21T06:30:53Z</cp:lastPrinted>
  <dcterms:created xsi:type="dcterms:W3CDTF">2025-04-27T12:06:24Z</dcterms:created>
  <dcterms:modified xsi:type="dcterms:W3CDTF">2026-04-21T06:34:11Z</dcterms:modified>
</cp:coreProperties>
</file>